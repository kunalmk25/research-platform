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20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THE IMACT OF QUANTUM COMPUTING IN CRYPTOGRAPHY</a:t>
            </a:r>
          </a:p>
          <a:p>
            <a:pPr>
              <a:spcAft>
                <a:spcPts val="1200"/>
              </a:spcAft>
              <a:defRPr sz="2000">
                <a:solidFill>
                  <a:srgbClr val="4F46E5"/>
                </a:solidFill>
                <a:latin typeface="Arial"/>
              </a:defRPr>
            </a:pPr>
            <a:r>
              <a:t>Verity AI Briefing &amp; Research Findings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Generated by Verity AI &amp;bull; May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The imact of Quantum Computing in Cryptography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94A3B8"/>
                </a:solidFill>
                <a:latin typeface="Arial"/>
              </a:defRPr>
            </a:pPr>
            <a:r>
              <a:t>•  No verified sources were found to synthesize findings for the subtopic 'The imact of Quantum Computing in Cryptography Overview'.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Core aspects of The imact of Quantum Computing in 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94A3B8"/>
                </a:solidFill>
                <a:latin typeface="Arial"/>
              </a:defRPr>
            </a:pPr>
            <a:r>
              <a:t>•  No verified sources were found to synthesize findings for the subtopic 'Core aspects of The imact of Quantum Computing in Cryptography'.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Future trends of The imact of Quantum Computing in 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94A3B8"/>
                </a:solidFill>
                <a:latin typeface="Arial"/>
              </a:defRPr>
            </a:pPr>
            <a:r>
              <a:t>•  No verified sources were found to synthesize findings for the subtopic 'Future trends of The imact of Quantum Computing in Cryptography'.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94A3B8"/>
                </a:solidFill>
                <a:latin typeface="Arial"/>
              </a:defRPr>
            </a:pPr>
            <a:r>
              <a:t>•  Academic Publication Databases</a:t>
            </a:r>
          </a:p>
          <a:p>
            <a:pPr>
              <a:spcAft>
                <a:spcPts val="1400"/>
              </a:spcAft>
              <a:defRPr sz="1700">
                <a:solidFill>
                  <a:srgbClr val="94A3B8"/>
                </a:solidFill>
                <a:latin typeface="Arial"/>
              </a:defRPr>
            </a:pPr>
            <a:r>
              <a:t>•  Web Search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